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세션과 화면은 IRIS가 맡고, 추론은 Ollama, 도구는 Hermes가 맡습니다. 저장소는 github.com/kwakminoo/Project-IRIS-Light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대학생과 처음 만드는 개발자입니다. 가져가서 스킬, MCP, 화면을 자기 에이전트에 맞춥니다.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로컬 에이전트는 터미널, 텔레그램, 디스코드에서 다루고, 모델과 도구와 화면은 포트로만 이어집니다. 런타임과 게이트웨이가 어긋나면 그 연결이 매번 끊깁니다.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IRIS는 세션, 권한, 스트리밍 화면, 시작 프로토콜을 고정합니다. 검색과 셸과 파일은 다시 만들지 않습니다. 모델은 Ollama 11434, 도구는 Hermes 8642입니다.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기여 문서는 CONTRIBUTING.md입니다. 스킬은 integrations/hermes-skills/에 넣고 코어 diff는 0으로 둡니다. 첫 이슈는 Good first issue입니다.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코어는 세션, 게이트웨이, 권한입니다. 확장은 스킬, MCP, IDE입니다. 회귀는 scripts/run_core_smoke.ps1 한 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계약은 docs/domain.md와 docs/ia/IA.md입니다. 에이전트용 헤더 계약은 docs/guides/agent-readable-docs.md입니다.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UI가 PyQt6라 결합 저작물은 GPL-3.0-or-later입니다. 다른 UI로 가는 절차는 docs/guides/ui-toolkit-migration.md에 있습니다. 툴킷 전환은 아직 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팀입니다. Windows 10과 11, 메모리 최소 8GB, 권장 16GB, GPU는 필요 없습니다. 클라우드 모델이 기본입니다.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설치, 입력에서 응답, IDE 동반. 각 30초. 마우스는 잡지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기능은 설치, 입력, 통신, 응답이 기능테스트-시나리오서.md에 있습니다. 라이선스 내부 스캔은 충돌 0입니다. 대회 온라인 툴 리포트는 검증 기간에 붙입니다. 붙기 전에는 끝났다고 말하지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교육용 에이전트와 IDE 동반 코딩을 만들 수 있습니다. 주소만 남기고 말을 멈춥니다.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2026 오픈소스 개발자대회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676656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50592"/>
            <a:ext cx="1920240" cy="41148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Desktop AI Agent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개발자가 가져다 쓰는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데스크톱 오픈소스 런타임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603504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GPL-3.0-or-later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학생 부문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github.com/kwakminoo/Project-IRIS-Light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325880"/>
            <a:ext cx="4023360" cy="416052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325880"/>
            <a:ext cx="402336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554480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맡기는 경계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01168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97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세션 · 권한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스트리밍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3429000"/>
            <a:ext cx="3520440" cy="10972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6118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Ollama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추론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4343400"/>
            <a:ext cx="3520440" cy="10972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45262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Hermes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도구 · 스킬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01  / 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청중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쓰는 사람은 개발자입니다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대학생과 처음 만드는 개발자가 가져가 맞춥니다.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83280" cy="324612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089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포크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9319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저장소를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가져갑니다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3383280" cy="324612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33172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6060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1089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9319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스킬, MCP, 화면을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얹습니다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31720"/>
            <a:ext cx="3383280" cy="324612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6060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1089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성취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9319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자기 에이전트에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맞춥니다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연결이 매번 끊깁니다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로컬 에이전트는 통로에 흩어져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3383280" cy="2148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터미널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240280"/>
            <a:ext cx="3383280" cy="2148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24028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텔레그램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240280"/>
            <a:ext cx="3383280" cy="2148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24028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디스코드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모델 · 도구 · 화면은 포트로만 이어집니다.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런타임과 게이트웨이가 어긋나면 그 연결이 끊깁니다.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IRIS가 고정하는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세션과 화면은 IRIS가, 추론과 도구는 바깥 런타임이 맡습니다.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2057400"/>
            <a:ext cx="8275320" cy="132588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65960" y="2057400"/>
            <a:ext cx="827532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19456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데스크톱 런타임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542032"/>
            <a:ext cx="77724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78608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세션 · 권한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스트리밍 UI ·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5332" y="3383280"/>
            <a:ext cx="18288" cy="292608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3657600"/>
            <a:ext cx="5696712" cy="18288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3657600"/>
            <a:ext cx="18288" cy="201168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24544" y="3657600"/>
            <a:ext cx="18288" cy="201168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58768"/>
            <a:ext cx="5257800" cy="155448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58768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추론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:11434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858768"/>
            <a:ext cx="5257800" cy="155448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858768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023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도구 · 스킬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343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Hermes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86460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:8642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웹검색, 셸, 파일 입출력은 다시 만들지 않습니다.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남이 가져가는 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소스 공개만으로 끝나지 않게, 기여 경로를 열어 두었습니다.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908792" cy="1170432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04872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1343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CONTRIBUTING.md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77063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기여 절차가 문서에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10908792" cy="1170432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0908792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3931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스킬과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096511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integrations/hermes-skills/  ·  코어 diff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10908792" cy="1170432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00600"/>
            <a:ext cx="10908792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96519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Good first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42239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첫 이슈부터 시작할 자리가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지속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코어는 고정합니다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기여자는 확장부터 넣고, 코어 변경은 최소화합니다.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5257800" cy="338328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게이트웨이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버그와 보안만 수정합니다.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2194560"/>
            <a:ext cx="5257800" cy="338328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219456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4688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9260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스킬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MCP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709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여기서부터 추가합니다.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4243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회귀는 scripts/run_core_smoke.ps1 한 번입니다.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사람과 AI가 같이 읽습니다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맥락이 보이게 고쳐, 다음 기여자와 에이전트가 이어서 고칩니다.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5257800" cy="3291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domain.md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IA.md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구조와 화면의 계약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2240280"/>
            <a:ext cx="5257800" cy="3291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224028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24612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agent-readable-docs.md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754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같은 헤더 계약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라이선스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GPL인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UI가 PyQt6라, 결합 저작물은 GPL-3.0-or-later입니다.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063240" cy="16916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06324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PyQt6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28803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3063240" cy="16916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306324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1460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결합 저작물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28803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331720"/>
            <a:ext cx="3063240" cy="16916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331720"/>
            <a:ext cx="306324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51460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GPL-3.0-or-later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절차는 ui-toolkit-migration.md에 있습니다. 가이드이고, 전환은 아직 하지 않았습니다.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일반 PC에서 재현됩니다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재현 조건입니다. 학생 팀의 일반 PC입니다.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908792" cy="105156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0908792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9631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Windows 10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47288"/>
            <a:ext cx="10908792" cy="105156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447288"/>
            <a:ext cx="10908792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0332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최소 8GB    권장 16GB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54296"/>
            <a:ext cx="10908792" cy="105156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654296"/>
            <a:ext cx="10908792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03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GPU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91032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필요 없음. 클라우드 모델이 기본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클립을 재생만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발표자는 마우스를 잡지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3383280" cy="3291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805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30초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240280"/>
            <a:ext cx="3383280" cy="3291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4028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5146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06324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입력에서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4805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30초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240280"/>
            <a:ext cx="3383280" cy="329184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240280"/>
            <a:ext cx="338328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5146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06324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IDE 동반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4805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30초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두 가지는 감점 없이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기능과 라이선스는 발표 점수를 깎는 자리가 아니게 맞춥니다.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5257800" cy="288036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설치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입력 · 통신 · 응답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기능테스트-시나리오서.md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2240280"/>
            <a:ext cx="5257800" cy="288036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224028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라이선스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01752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내부 스캔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충돌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고지와 LICENSE 동기화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대회 온라인 검증 툴 리포트는 검증 기간에 첨부합니다.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맺음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이 런타임 위에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가져간 뒤에 만들 수 있는 것, 두 가지입니다.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5257800" cy="233172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교육용 에이전트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2240280"/>
            <a:ext cx="5257800" cy="2331720"/>
          </a:xfrm>
          <a:prstGeom prst="rect">
            <a:avLst/>
          </a:prstGeom>
          <a:solidFill>
            <a:srgbClr val="FFFCF7"/>
          </a:solidFill>
          <a:ln w="1587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2240280"/>
            <a:ext cx="5257800" cy="54864"/>
          </a:xfrm>
          <a:prstGeom prst="rect">
            <a:avLst/>
          </a:prstGeom>
          <a:solidFill>
            <a:srgbClr val="1A4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5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0175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IDE 동반 코딩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814"/>
                </a:solidFill>
                <a:latin typeface="Malgun Gothic"/>
                <a:ea typeface="Malgun Gothic"/>
                <a:cs typeface="Malgun Gothic"/>
              </a:rPr>
              <a:t>github.com/kwakminoo/Project-IRIS-Light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27648"/>
            <a:ext cx="10908792" cy="9144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IRIS  ·  Desktop AI Agent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419088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F3A34"/>
                </a:solidFill>
                <a:latin typeface="Malgun Gothic"/>
                <a:ea typeface="Malgun Gothic"/>
                <a:cs typeface="Malgun Gothic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— Open Source Desktop AI Agent Runtime</dc:title>
  <dc:subject>2026 오픈소스 개발자대회 2차 발표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OSS contest</cp:category>
</cp:coreProperties>
</file>